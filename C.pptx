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Helvetica World" charset="1" panose="020B05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8.png" Type="http://schemas.openxmlformats.org/officeDocument/2006/relationships/image"/><Relationship Id="rId4" Target="http://192.168.10.211:8080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26151" y="1814054"/>
            <a:ext cx="15835699" cy="49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4"/>
              </a:lnSpc>
            </a:pPr>
            <a:r>
              <a:rPr lang="en-US" sz="14987" spc="-734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CERTIFICAÇÃO TÉCNICA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07810" y="6475593"/>
            <a:ext cx="5272380" cy="3374323"/>
          </a:xfrm>
          <a:custGeom>
            <a:avLst/>
            <a:gdLst/>
            <a:ahLst/>
            <a:cxnLst/>
            <a:rect r="r" b="b" t="t" l="l"/>
            <a:pathLst>
              <a:path h="3374323" w="5272380">
                <a:moveTo>
                  <a:pt x="0" y="0"/>
                </a:moveTo>
                <a:lnTo>
                  <a:pt x="5272380" y="0"/>
                </a:lnTo>
                <a:lnTo>
                  <a:pt x="5272380" y="3374323"/>
                </a:lnTo>
                <a:lnTo>
                  <a:pt x="0" y="33743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41083" y="1041484"/>
            <a:ext cx="3805834" cy="58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4"/>
              </a:lnSpc>
            </a:pPr>
            <a:r>
              <a:rPr lang="en-US" sz="3602" spc="-17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VIGI CÂMERAS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6361" y="2561885"/>
            <a:ext cx="5980010" cy="669641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t="0" r="-338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65797" y="1505563"/>
            <a:ext cx="8350542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SUMÁRIO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2277" y="3492817"/>
            <a:ext cx="4074063" cy="323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MÓDULO 2 - CÂMERAS E DVRS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Domínio total sobre o hardware principal de gravação. 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objetivo é a padronização das etapas de setup inicial.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 um roteiro de inicialização idêntico para todos os técnicos, garantimos previsibilidade, segurança e facilitamos o suporte futuro.</a:t>
            </a:r>
          </a:p>
          <a:p>
            <a:pPr algn="l">
              <a:lnSpc>
                <a:spcPts val="23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17705" y="3492817"/>
            <a:ext cx="4074063" cy="35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MÓDULO 1 - REDES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alicerce de toda instalação IP. Compreender a rede local é o primeiro passo absoluto para garantir o tráfego fluido de qualquer sistema de CFTV ou Alarme moderno.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Neste módulo, isolamos os conceitos vitais de roteamento e atribuição de IPs que resolvem a maioria dos conflitos em campo.</a:t>
            </a:r>
          </a:p>
          <a:p>
            <a:pPr algn="l">
              <a:lnSpc>
                <a:spcPts val="23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17705" y="6985975"/>
            <a:ext cx="4074063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MÓDULO 3 - APLICATIVOS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melhor hardware perde valor se o cliente não souber operá-lo. 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Este módulo cobre as plataformas de gestão EZ-STATION e iVMS.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Instruções claras de como adicionar dispositivos e ensinar o usuário final a extrair as imagens necessárias com facilidade.</a:t>
            </a:r>
          </a:p>
          <a:p>
            <a:pPr algn="l">
              <a:lnSpc>
                <a:spcPts val="23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042277" y="6985975"/>
            <a:ext cx="4074063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MÓDULO 4 - ALARMES</a:t>
            </a:r>
          </a:p>
          <a:p>
            <a:pPr algn="l">
              <a:lnSpc>
                <a:spcPts val="2339"/>
              </a:lnSpc>
            </a:pPr>
            <a:r>
              <a:rPr lang="en-US" sz="1799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transição do vídeo para a intrusão. O cabeamento perfeito e o entendimento da lógica dos sensores evitam disparos falsos que desgastam a imagem da empresa.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7708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4" y="0"/>
                </a:lnTo>
                <a:lnTo>
                  <a:pt x="1981984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9092049" y="7731757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525" y="1232023"/>
            <a:ext cx="6638493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2798" y="3192268"/>
            <a:ext cx="7929775" cy="530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testar a rede de um DVR?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Utilizar o notebook para verificar se o sinal está chegando corretamente.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Fixação de IPV4 e DHCP.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DNS, GATEWAY.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DDNS, IP FIXO, MTU.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descobrir uma classe de IP, e como fixar o IP dentro desta classe.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mexer com um roteador.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ligar um HUB corretamente.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acessar um DVR pelo IP.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51815" y="2532113"/>
            <a:ext cx="4799696" cy="5004908"/>
          </a:xfrm>
          <a:custGeom>
            <a:avLst/>
            <a:gdLst/>
            <a:ahLst/>
            <a:cxnLst/>
            <a:rect r="r" b="b" t="t" l="l"/>
            <a:pathLst>
              <a:path h="5004908" w="4799696">
                <a:moveTo>
                  <a:pt x="0" y="0"/>
                </a:moveTo>
                <a:lnTo>
                  <a:pt x="4799695" y="0"/>
                </a:lnTo>
                <a:lnTo>
                  <a:pt x="4799695" y="5004909"/>
                </a:lnTo>
                <a:lnTo>
                  <a:pt x="0" y="5004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38634" y="2532113"/>
            <a:ext cx="5513181" cy="3956417"/>
          </a:xfrm>
          <a:custGeom>
            <a:avLst/>
            <a:gdLst/>
            <a:ahLst/>
            <a:cxnLst/>
            <a:rect r="r" b="b" t="t" l="l"/>
            <a:pathLst>
              <a:path h="3956417" w="5513181">
                <a:moveTo>
                  <a:pt x="0" y="0"/>
                </a:moveTo>
                <a:lnTo>
                  <a:pt x="5513181" y="0"/>
                </a:lnTo>
                <a:lnTo>
                  <a:pt x="5513181" y="3956417"/>
                </a:lnTo>
                <a:lnTo>
                  <a:pt x="0" y="39564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38634" y="6488530"/>
            <a:ext cx="4936185" cy="2274517"/>
          </a:xfrm>
          <a:custGeom>
            <a:avLst/>
            <a:gdLst/>
            <a:ahLst/>
            <a:cxnLst/>
            <a:rect r="r" b="b" t="t" l="l"/>
            <a:pathLst>
              <a:path h="2274517" w="4936185">
                <a:moveTo>
                  <a:pt x="0" y="0"/>
                </a:moveTo>
                <a:lnTo>
                  <a:pt x="4936185" y="0"/>
                </a:lnTo>
                <a:lnTo>
                  <a:pt x="4936185" y="2274517"/>
                </a:lnTo>
                <a:lnTo>
                  <a:pt x="0" y="22745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69527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3" y="0"/>
                </a:lnTo>
                <a:lnTo>
                  <a:pt x="1981983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18177" y="1127883"/>
            <a:ext cx="7519570" cy="4680933"/>
          </a:xfrm>
          <a:custGeom>
            <a:avLst/>
            <a:gdLst/>
            <a:ahLst/>
            <a:cxnLst/>
            <a:rect r="r" b="b" t="t" l="l"/>
            <a:pathLst>
              <a:path h="4680933" w="7519570">
                <a:moveTo>
                  <a:pt x="0" y="0"/>
                </a:moveTo>
                <a:lnTo>
                  <a:pt x="7519570" y="0"/>
                </a:lnTo>
                <a:lnTo>
                  <a:pt x="7519570" y="4680932"/>
                </a:lnTo>
                <a:lnTo>
                  <a:pt x="0" y="4680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18177" y="5808815"/>
            <a:ext cx="4454172" cy="3531521"/>
          </a:xfrm>
          <a:custGeom>
            <a:avLst/>
            <a:gdLst/>
            <a:ahLst/>
            <a:cxnLst/>
            <a:rect r="r" b="b" t="t" l="l"/>
            <a:pathLst>
              <a:path h="3531521" w="4454172">
                <a:moveTo>
                  <a:pt x="0" y="0"/>
                </a:moveTo>
                <a:lnTo>
                  <a:pt x="4454172" y="0"/>
                </a:lnTo>
                <a:lnTo>
                  <a:pt x="4454172" y="3531521"/>
                </a:lnTo>
                <a:lnTo>
                  <a:pt x="0" y="3531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87" r="-3309" b="-13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72349" y="5808815"/>
            <a:ext cx="4616451" cy="3183575"/>
          </a:xfrm>
          <a:custGeom>
            <a:avLst/>
            <a:gdLst/>
            <a:ahLst/>
            <a:cxnLst/>
            <a:rect r="r" b="b" t="t" l="l"/>
            <a:pathLst>
              <a:path h="3183575" w="4616451">
                <a:moveTo>
                  <a:pt x="0" y="0"/>
                </a:moveTo>
                <a:lnTo>
                  <a:pt x="4616451" y="0"/>
                </a:lnTo>
                <a:lnTo>
                  <a:pt x="4616451" y="3183575"/>
                </a:lnTo>
                <a:lnTo>
                  <a:pt x="0" y="318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54" t="0" r="-4254" b="-1092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79081" y="861818"/>
            <a:ext cx="362613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Configuração padrão dos DVRs Uniview.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379081" y="358136"/>
            <a:ext cx="347213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6279" y="2775511"/>
            <a:ext cx="4092389" cy="10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 DE GRAVAÇÃO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288446"/>
            <a:ext cx="6638493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DVRS UNV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6279" y="7027460"/>
            <a:ext cx="4092389" cy="10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 DE MOVIMENTO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237" y="6483378"/>
            <a:ext cx="200470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237" y="6996585"/>
            <a:ext cx="5214582" cy="101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MODELOS PADRÃO: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UNIVIEW F  - 2, 4, 6, 8, 16 CH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UNIVIEW Q3 - 2, 4, 6, 8, 16 CH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7708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4" y="0"/>
                </a:lnTo>
                <a:lnTo>
                  <a:pt x="1981984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4606" y="1127883"/>
            <a:ext cx="4781085" cy="4611289"/>
          </a:xfrm>
          <a:custGeom>
            <a:avLst/>
            <a:gdLst/>
            <a:ahLst/>
            <a:cxnLst/>
            <a:rect r="r" b="b" t="t" l="l"/>
            <a:pathLst>
              <a:path h="4611289" w="4781085">
                <a:moveTo>
                  <a:pt x="0" y="0"/>
                </a:moveTo>
                <a:lnTo>
                  <a:pt x="4781085" y="0"/>
                </a:lnTo>
                <a:lnTo>
                  <a:pt x="4781085" y="4611289"/>
                </a:lnTo>
                <a:lnTo>
                  <a:pt x="0" y="461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4606" y="5739172"/>
            <a:ext cx="7143178" cy="4102562"/>
          </a:xfrm>
          <a:custGeom>
            <a:avLst/>
            <a:gdLst/>
            <a:ahLst/>
            <a:cxnLst/>
            <a:rect r="r" b="b" t="t" l="l"/>
            <a:pathLst>
              <a:path h="4102562" w="7143178">
                <a:moveTo>
                  <a:pt x="0" y="0"/>
                </a:moveTo>
                <a:lnTo>
                  <a:pt x="7143179" y="0"/>
                </a:lnTo>
                <a:lnTo>
                  <a:pt x="7143179" y="4102562"/>
                </a:lnTo>
                <a:lnTo>
                  <a:pt x="0" y="4102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237" y="6996585"/>
            <a:ext cx="5214582" cy="127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MODELOS PADRÃO: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M1 HIKVISION BRANCO - 2, 4, 8, 16 CH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M1 HIKVISION PRETO (SSD EMBUTIDO) - 4, 8, 16 CH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M1 HILOOK BRANCO - 2 CH</a:t>
            </a:r>
          </a:p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M1 HILOOK PRETO (SSD EMBUTIDO) - 8 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237" y="6483378"/>
            <a:ext cx="200470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79081" y="861818"/>
            <a:ext cx="3626130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-4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Configuração padrão dos DVRs HikVision.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79081" y="358136"/>
            <a:ext cx="347213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7875" y="2827982"/>
            <a:ext cx="4092389" cy="10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 DE GRAVAÇÃO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159859"/>
            <a:ext cx="6638493" cy="397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DVRS HIK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47875" y="7345150"/>
            <a:ext cx="4092389" cy="1056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CONFIGURAÇÃO DE MOVIMENTO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7708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4" y="0"/>
                </a:lnTo>
                <a:lnTo>
                  <a:pt x="1981984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57981" y="2501078"/>
            <a:ext cx="9251131" cy="1226808"/>
          </a:xfrm>
          <a:custGeom>
            <a:avLst/>
            <a:gdLst/>
            <a:ahLst/>
            <a:cxnLst/>
            <a:rect r="r" b="b" t="t" l="l"/>
            <a:pathLst>
              <a:path h="1226808" w="9251131">
                <a:moveTo>
                  <a:pt x="0" y="0"/>
                </a:moveTo>
                <a:lnTo>
                  <a:pt x="9251131" y="0"/>
                </a:lnTo>
                <a:lnTo>
                  <a:pt x="9251131" y="1226808"/>
                </a:lnTo>
                <a:lnTo>
                  <a:pt x="0" y="12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97572" y="3728418"/>
            <a:ext cx="4811540" cy="5529882"/>
          </a:xfrm>
          <a:custGeom>
            <a:avLst/>
            <a:gdLst/>
            <a:ahLst/>
            <a:cxnLst/>
            <a:rect r="r" b="b" t="t" l="l"/>
            <a:pathLst>
              <a:path h="5529882" w="4811540">
                <a:moveTo>
                  <a:pt x="0" y="0"/>
                </a:moveTo>
                <a:lnTo>
                  <a:pt x="4811540" y="0"/>
                </a:lnTo>
                <a:lnTo>
                  <a:pt x="4811540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860" y="387216"/>
            <a:ext cx="14429472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CONFIGURAR DVR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141" y="3837789"/>
            <a:ext cx="9904298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O DVR HIK OU UNIVIEW: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Quando eu precisar formatar?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Quando precisar trocar o disco?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Quando o cliente solicitar gravação por movimento, ou filtrar por humano e veículo?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atualizar o firmware? Em quais situações é necessário fazer isso?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habilitar o áudio?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Qual modelo utilizar em determinada situação?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Funções específicas de cada modelo?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saber se preciso trocar o disco que está com problema?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69527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3" y="0"/>
                </a:lnTo>
                <a:lnTo>
                  <a:pt x="1981983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83087" y="3343211"/>
            <a:ext cx="1348904" cy="1348904"/>
          </a:xfrm>
          <a:custGeom>
            <a:avLst/>
            <a:gdLst/>
            <a:ahLst/>
            <a:cxnLst/>
            <a:rect r="r" b="b" t="t" l="l"/>
            <a:pathLst>
              <a:path h="1348904" w="1348904">
                <a:moveTo>
                  <a:pt x="0" y="0"/>
                </a:moveTo>
                <a:lnTo>
                  <a:pt x="1348904" y="0"/>
                </a:lnTo>
                <a:lnTo>
                  <a:pt x="1348904" y="1348903"/>
                </a:lnTo>
                <a:lnTo>
                  <a:pt x="0" y="1348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6757" y="3241076"/>
            <a:ext cx="1522888" cy="1553173"/>
          </a:xfrm>
          <a:custGeom>
            <a:avLst/>
            <a:gdLst/>
            <a:ahLst/>
            <a:cxnLst/>
            <a:rect r="r" b="b" t="t" l="l"/>
            <a:pathLst>
              <a:path h="1553173" w="1522888">
                <a:moveTo>
                  <a:pt x="0" y="0"/>
                </a:moveTo>
                <a:lnTo>
                  <a:pt x="1522888" y="0"/>
                </a:lnTo>
                <a:lnTo>
                  <a:pt x="1522888" y="1553173"/>
                </a:lnTo>
                <a:lnTo>
                  <a:pt x="0" y="1553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860" y="1211319"/>
            <a:ext cx="17712273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APLICATIVOS  PARA PC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141" y="3737247"/>
            <a:ext cx="475802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EZ-STATION (UNIVIEW)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9996" y="3737247"/>
            <a:ext cx="472776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IVMS 4200 (HIKVISION)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141" y="4661892"/>
            <a:ext cx="9904298" cy="382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instalar o aplicativo.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um DVR por IP para acessar.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um DVR por cloud para acessar de outro local.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o aplicativo para ficar com a imagem melhor.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utilizar o aplicativo.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 pertinentes dos clientes.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Ajustar resolução de gravação (alguns casos).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49996" y="4661892"/>
            <a:ext cx="9238004" cy="382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instalar o aplicativo.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baixar extensão em português-BR.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um DVR por IP para acessar.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um DVR por cloud para acessar de outro local.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utilizar o aplicativo.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 pertinentes dos clientes.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ajustar em situações que o aplicativo fica somente carregando (BUG).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7708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4" y="0"/>
                </a:lnTo>
                <a:lnTo>
                  <a:pt x="1981984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08356" y="279939"/>
            <a:ext cx="2287563" cy="2327199"/>
          </a:xfrm>
          <a:custGeom>
            <a:avLst/>
            <a:gdLst/>
            <a:ahLst/>
            <a:cxnLst/>
            <a:rect r="r" b="b" t="t" l="l"/>
            <a:pathLst>
              <a:path h="2327199" w="2287563">
                <a:moveTo>
                  <a:pt x="0" y="0"/>
                </a:moveTo>
                <a:lnTo>
                  <a:pt x="2287563" y="0"/>
                </a:lnTo>
                <a:lnTo>
                  <a:pt x="2287563" y="2327199"/>
                </a:lnTo>
                <a:lnTo>
                  <a:pt x="0" y="232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50652" y="2768583"/>
            <a:ext cx="3801382" cy="6698880"/>
          </a:xfrm>
          <a:custGeom>
            <a:avLst/>
            <a:gdLst/>
            <a:ahLst/>
            <a:cxnLst/>
            <a:rect r="r" b="b" t="t" l="l"/>
            <a:pathLst>
              <a:path h="6698880" w="3801382">
                <a:moveTo>
                  <a:pt x="0" y="0"/>
                </a:moveTo>
                <a:lnTo>
                  <a:pt x="3801382" y="0"/>
                </a:lnTo>
                <a:lnTo>
                  <a:pt x="3801382" y="6698880"/>
                </a:lnTo>
                <a:lnTo>
                  <a:pt x="0" y="6698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39036" y="2768583"/>
            <a:ext cx="3787354" cy="6693535"/>
          </a:xfrm>
          <a:custGeom>
            <a:avLst/>
            <a:gdLst/>
            <a:ahLst/>
            <a:cxnLst/>
            <a:rect r="r" b="b" t="t" l="l"/>
            <a:pathLst>
              <a:path h="6693535" w="3787354">
                <a:moveTo>
                  <a:pt x="0" y="0"/>
                </a:moveTo>
                <a:lnTo>
                  <a:pt x="3787355" y="0"/>
                </a:lnTo>
                <a:lnTo>
                  <a:pt x="3787355" y="6693534"/>
                </a:lnTo>
                <a:lnTo>
                  <a:pt x="0" y="6693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3860" y="387216"/>
            <a:ext cx="17712273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ALARMES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141" y="2913143"/>
            <a:ext cx="587750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INSTALAR O ALARME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141" y="3837789"/>
            <a:ext cx="9904298" cy="382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instalar os alarmes.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Modelos: Com fio, Sem fio, Abertura, Presença.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Central e configurações necessárias.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Bateria, voltagem, amperagem e ligação.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Configurar zonas de alarme.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baixar o aplicativo e configurar ele. (AMT MOBILE V3)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configurar um novo controle na central?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169527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3" y="0"/>
                </a:lnTo>
                <a:lnTo>
                  <a:pt x="1981983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860" y="1211319"/>
            <a:ext cx="17712273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2000" spc="-588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IDEIA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5141" y="3737247"/>
            <a:ext cx="475802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IDEIA MATERIAL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30946" y="3737247"/>
            <a:ext cx="472776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200" spc="-156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GUIAS E MANUAIS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141" y="4661892"/>
            <a:ext cx="9904298" cy="264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Disponibilizar vários videos, e fotos que ja temos prontos, e mais alguns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 seriam criados, em uma nova aba do sistema, para os técnicos,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 que eles possam acessar, e assistir quando tiverem alguma dúvida.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Nossa responsábilidade seria que criar mais material e manter sempre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atualizado e acordo com a necessidade real deles.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Poderia também ter uma aba para que poderiam solicitar um novo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material.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30946" y="4661892"/>
            <a:ext cx="9238004" cy="234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Criar vários guias e manuais, aonde descreverem os processos, sendo eles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mais simplificado possível, para que possam trazer facilitações, e tirar</a:t>
            </a: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dúvidas pertinentes dos técnicos em qualquer momento.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-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Além disso facilitando realizar processos que não possuem uma recorrência tão grande, as vezes os técnicos podem acabar dando um “jeitinho”, e não realizar de uma forma correta, simplesmente por não se recordarem, ou não terem tido acesso a essa informação anteriormente.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708" y="0"/>
            <a:ext cx="1981983" cy="1268469"/>
          </a:xfrm>
          <a:custGeom>
            <a:avLst/>
            <a:gdLst/>
            <a:ahLst/>
            <a:cxnLst/>
            <a:rect r="r" b="b" t="t" l="l"/>
            <a:pathLst>
              <a:path h="1268469" w="1981983">
                <a:moveTo>
                  <a:pt x="0" y="0"/>
                </a:moveTo>
                <a:lnTo>
                  <a:pt x="1981984" y="0"/>
                </a:lnTo>
                <a:lnTo>
                  <a:pt x="1981984" y="1268469"/>
                </a:lnTo>
                <a:lnTo>
                  <a:pt x="0" y="1268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30946" y="8004723"/>
            <a:ext cx="9904298" cy="59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799" spc="-113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://192.168.10.211:8080"/>
              </a:rPr>
              <a:t>http://192.168.10.211:8080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486421"/>
            <a:ext cx="17869493" cy="717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2000" spc="-588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 VIGI, </a:t>
            </a:r>
          </a:p>
          <a:p>
            <a:pPr algn="ctr">
              <a:lnSpc>
                <a:spcPts val="15840"/>
              </a:lnSpc>
            </a:pPr>
            <a:r>
              <a:rPr lang="en-US" sz="12000" spc="-588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EU FICO DE BOA!</a:t>
            </a:r>
          </a:p>
          <a:p>
            <a:pPr algn="ctr">
              <a:lnSpc>
                <a:spcPts val="2559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07810" y="5305255"/>
            <a:ext cx="5272380" cy="3374323"/>
          </a:xfrm>
          <a:custGeom>
            <a:avLst/>
            <a:gdLst/>
            <a:ahLst/>
            <a:cxnLst/>
            <a:rect r="r" b="b" t="t" l="l"/>
            <a:pathLst>
              <a:path h="3374323" w="5272380">
                <a:moveTo>
                  <a:pt x="0" y="0"/>
                </a:moveTo>
                <a:lnTo>
                  <a:pt x="5272380" y="0"/>
                </a:lnTo>
                <a:lnTo>
                  <a:pt x="5272380" y="3374323"/>
                </a:lnTo>
                <a:lnTo>
                  <a:pt x="0" y="33743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DAHLu9t7yqQ</dc:identifier>
  <dcterms:modified xsi:type="dcterms:W3CDTF">2011-08-01T06:04:30Z</dcterms:modified>
  <cp:revision>1</cp:revision>
  <dc:title>C</dc:title>
</cp:coreProperties>
</file>